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4"/>
  </p:normalViewPr>
  <p:slideViewPr>
    <p:cSldViewPr snapToGrid="0">
      <p:cViewPr varScale="1">
        <p:scale>
          <a:sx n="95" d="100"/>
          <a:sy n="95" d="100"/>
        </p:scale>
        <p:origin x="20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F051-2DF2-94EA-2002-84484044D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631CF-5CDE-1B16-82BA-32EBD47FD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3B8D7-C149-1548-0363-856E073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44FC-FC5E-BF45-89D0-5356ADA89D4D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77277-DECE-8A7E-14B8-45E55412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9A998-3BD3-1735-4383-A870741E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0F399-4EF2-C14F-8849-B642AF895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CB037-0026-3B67-0983-D7044D41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09722-BE49-1DA7-9B0B-D70953598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72B43-7877-ACE9-38E5-D3D58117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44FC-FC5E-BF45-89D0-5356ADA89D4D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07041-92D6-EFC1-6777-143ED0402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9D550-7EA5-C8C4-24FB-ECC16925C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0F399-4EF2-C14F-8849-B642AF895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2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523AB-15DE-8DEE-FC73-B6E5FD852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66CC-AC31-A6AF-2843-492D4D7F4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04AED-DAA6-1A62-43E3-6AEFA7C70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44FC-FC5E-BF45-89D0-5356ADA89D4D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78A4F-B581-508A-7296-0B29A31D4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109A0-D4BD-938D-C459-6E09FB89D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0F399-4EF2-C14F-8849-B642AF895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3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6183-E8DD-CCB4-AA31-E63F65F7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929B5-D2EF-3101-A798-9DF29F5D0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B0333-F188-FA04-2C3C-C06304F0F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C1E56-997B-9A22-91EC-0533CE047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44FC-FC5E-BF45-89D0-5356ADA89D4D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A648D-CB01-CE74-0B8D-BC912195C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479ED-11F8-C450-2880-3E108470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0F399-4EF2-C14F-8849-B642AF895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95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09C55-F90E-74C6-C20E-23DE15CE1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CB4B-3A2A-564F-AB82-7EA61FA40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66D16-1BB4-3F7B-C96F-2168ACCFF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D3BD9A-92FF-6F50-0EE0-34AA14813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B80EB-1F00-3CEE-C2AA-AF64FB33F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0A6F7E-000C-BF91-15E3-DFAC6648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44FC-FC5E-BF45-89D0-5356ADA89D4D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4FF8B7-EE9A-AAE0-5EFC-37FC8B0C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1265D-6544-7B6F-3D0A-05891CE1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0F399-4EF2-C14F-8849-B642AF895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40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D78F-51D4-1F2E-F7C9-92599E61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D399F-FA48-DAC7-3327-8D5E42EF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44FC-FC5E-BF45-89D0-5356ADA89D4D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5830C-E408-0A29-A94B-B4D139B7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8E198-92B0-D5AA-D19D-7054697C5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0F399-4EF2-C14F-8849-B642AF895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6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F16D2E-A8C4-9814-6D25-A028A4C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44FC-FC5E-BF45-89D0-5356ADA89D4D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5C2268-48A7-5472-1DD8-A52D4ACF9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94EC8-7962-5FF3-9218-960822DFE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0F399-4EF2-C14F-8849-B642AF895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09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7A91-50D5-6DAF-6AD3-0F70197BA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61554-E13C-04C7-17A1-7DF439A51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82B50-5A0F-F39D-0113-6287290CC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8CC9-C72F-B5F1-761C-E2FAAC84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44FC-FC5E-BF45-89D0-5356ADA89D4D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F4D7F-6112-1C7A-5D6D-1E01D326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C0BF7-BA6C-D8F3-96CF-4FA7C465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0F399-4EF2-C14F-8849-B642AF895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86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9965-E659-A1DE-5700-B8926FB56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FBC9A0-4F07-D3AB-A62B-17DFCF97DF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0D180-2EC8-3FB0-20F8-432AE487D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56A60-0959-5901-B750-EC53DF7B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44FC-FC5E-BF45-89D0-5356ADA89D4D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3ACC-B90E-46E8-06EE-324DBB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D4BC9-E454-8561-CE4E-E2772B2E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0F399-4EF2-C14F-8849-B642AF895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70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DF35-6BAB-8B4D-DD4A-D3FA6BE37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A5DB6-2E72-277D-1067-068E96575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F2D05-A63E-3485-605B-9F138570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44FC-FC5E-BF45-89D0-5356ADA89D4D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D9D3F-65EB-F8DF-EF74-CDA78A58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9C440-53F2-B76E-C29A-A23A8D69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0F399-4EF2-C14F-8849-B642AF895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85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227AD2-E86D-A99F-0FAF-063D72A1FF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4923B-99D8-2CA7-3613-407A1866A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564C2-98BC-F828-9BE8-65937330F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44FC-FC5E-BF45-89D0-5356ADA89D4D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81803-1A3E-8B1A-7D38-26958E60C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D1951-E72B-43F1-0B27-43259905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0F399-4EF2-C14F-8849-B642AF895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2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B1A5FD-B7E1-B615-CDFB-2F1D1E7F9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76DCD-BF11-985B-AC49-5DC08BCBD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58977-1305-8A09-3F42-2980F1881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144FC-FC5E-BF45-89D0-5356ADA89D4D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D3CAF-96E8-297A-25F8-0F333AF3E1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706B-B1E3-44F6-52AC-CF1985BFC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90F399-4EF2-C14F-8849-B642AF895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76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3DA5B79-DE85-ABB6-76D9-5BF3D60D0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428" y="0"/>
            <a:ext cx="2803525" cy="685800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75F98DB-4E0E-B7F6-3663-06361C9D2A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r="3593"/>
          <a:stretch>
            <a:fillRect/>
          </a:stretch>
        </p:blipFill>
        <p:spPr bwMode="auto">
          <a:xfrm>
            <a:off x="5150223" y="0"/>
            <a:ext cx="3200401" cy="685800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4408496-A7E9-0B0D-454B-DA109A207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8860" y="0"/>
            <a:ext cx="2805113" cy="6858000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1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Chitralekha Gupta</dc:creator>
  <cp:lastModifiedBy>Chitralekha Gupta</cp:lastModifiedBy>
  <cp:revision>1</cp:revision>
  <dcterms:created xsi:type="dcterms:W3CDTF">2026-01-04T14:50:51Z</dcterms:created>
  <dcterms:modified xsi:type="dcterms:W3CDTF">2026-01-04T14:57:51Z</dcterms:modified>
</cp:coreProperties>
</file>